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4"/>
    <p:restoredTop sz="94709"/>
  </p:normalViewPr>
  <p:slideViewPr>
    <p:cSldViewPr snapToGrid="0">
      <p:cViewPr varScale="1">
        <p:scale>
          <a:sx n="96" d="100"/>
          <a:sy n="96" d="100"/>
        </p:scale>
        <p:origin x="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2913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214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166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475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71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96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773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595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6848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439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120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4098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BD75E1-47BF-867C-BC9A-57C550E81C4E}"/>
              </a:ext>
            </a:extLst>
          </p:cNvPr>
          <p:cNvSpPr/>
          <p:nvPr/>
        </p:nvSpPr>
        <p:spPr>
          <a:xfrm>
            <a:off x="410556" y="1324650"/>
            <a:ext cx="1727771" cy="51295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some data strings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@pandas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32" name="꺾인 연결선[E] 31">
            <a:extLst>
              <a:ext uri="{FF2B5EF4-FFF2-40B4-BE49-F238E27FC236}">
                <a16:creationId xmlns:a16="http://schemas.microsoft.com/office/drawing/2014/main" id="{23A4771C-8F30-9E1C-3FF6-590A1234D5E4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2138327" y="1581129"/>
            <a:ext cx="426787" cy="61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2FC5B15-3250-2132-8C6C-5F8103594D81}"/>
              </a:ext>
            </a:extLst>
          </p:cNvPr>
          <p:cNvSpPr txBox="1"/>
          <p:nvPr/>
        </p:nvSpPr>
        <p:spPr>
          <a:xfrm>
            <a:off x="344033" y="402458"/>
            <a:ext cx="4689193" cy="262701"/>
          </a:xfrm>
          <a:prstGeom prst="rect">
            <a:avLst/>
          </a:prstGeom>
          <a:noFill/>
        </p:spPr>
        <p:txBody>
          <a:bodyPr wrap="square" lIns="36000" tIns="46800" rIns="36000">
            <a:spAutoFit/>
          </a:bodyPr>
          <a:lstStyle/>
          <a:p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Ch06.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similary</a:t>
            </a:r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vector search w/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langchain_openai.OpenAIEmbeddings</a:t>
            </a:r>
            <a:endParaRPr kumimoji="1" lang="en-US" altLang="ko-Kore-KR" sz="11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AFDE65-23B9-92CD-1B5B-4B52A8EC0E95}"/>
              </a:ext>
            </a:extLst>
          </p:cNvPr>
          <p:cNvSpPr/>
          <p:nvPr/>
        </p:nvSpPr>
        <p:spPr>
          <a:xfrm>
            <a:off x="2565114" y="1325265"/>
            <a:ext cx="1727771" cy="51295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embeded_query</a:t>
            </a: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OpenAIEmbeddings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make vector for strings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BB6658-F51F-FE8E-E6B9-14FD09822FFD}"/>
              </a:ext>
            </a:extLst>
          </p:cNvPr>
          <p:cNvSpPr/>
          <p:nvPr/>
        </p:nvSpPr>
        <p:spPr>
          <a:xfrm>
            <a:off x="1015429" y="683454"/>
            <a:ext cx="1122898" cy="51295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some que string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B16C50-3185-FFD8-2EEA-DCAD29BDE36A}"/>
              </a:ext>
            </a:extLst>
          </p:cNvPr>
          <p:cNvSpPr/>
          <p:nvPr/>
        </p:nvSpPr>
        <p:spPr>
          <a:xfrm>
            <a:off x="2565114" y="683453"/>
            <a:ext cx="1727771" cy="51295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embeded_query</a:t>
            </a: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OpenAIEmbeddings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make vector for string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5" name="꺾인 연결선[E] 14">
            <a:extLst>
              <a:ext uri="{FF2B5EF4-FFF2-40B4-BE49-F238E27FC236}">
                <a16:creationId xmlns:a16="http://schemas.microsoft.com/office/drawing/2014/main" id="{32C28635-1304-2788-A8CC-29A63A28E41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138327" y="939932"/>
            <a:ext cx="426787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05C49FF-D270-3DF7-396B-892E6C78F236}"/>
              </a:ext>
            </a:extLst>
          </p:cNvPr>
          <p:cNvSpPr/>
          <p:nvPr/>
        </p:nvSpPr>
        <p:spPr>
          <a:xfrm>
            <a:off x="2565113" y="1950212"/>
            <a:ext cx="1727771" cy="5129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make similar value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w/ some que string vector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35" name="꺾인 연결선[E] 34">
            <a:extLst>
              <a:ext uri="{FF2B5EF4-FFF2-40B4-BE49-F238E27FC236}">
                <a16:creationId xmlns:a16="http://schemas.microsoft.com/office/drawing/2014/main" id="{A00BDA04-EEE1-B505-D96C-0879A1661132}"/>
              </a:ext>
            </a:extLst>
          </p:cNvPr>
          <p:cNvCxnSpPr>
            <a:cxnSpLocks/>
            <a:stCxn id="4" idx="3"/>
            <a:endCxn id="34" idx="1"/>
          </p:cNvCxnSpPr>
          <p:nvPr/>
        </p:nvCxnSpPr>
        <p:spPr>
          <a:xfrm>
            <a:off x="2138327" y="1581129"/>
            <a:ext cx="426786" cy="6255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6404D3-2EA6-357B-CFF3-8A2A6BDC8E1F}"/>
              </a:ext>
            </a:extLst>
          </p:cNvPr>
          <p:cNvSpPr txBox="1"/>
          <p:nvPr/>
        </p:nvSpPr>
        <p:spPr>
          <a:xfrm>
            <a:off x="345841" y="2973736"/>
            <a:ext cx="4295848" cy="261610"/>
          </a:xfrm>
          <a:prstGeom prst="rect">
            <a:avLst/>
          </a:prstGeom>
          <a:noFill/>
        </p:spPr>
        <p:txBody>
          <a:bodyPr wrap="square" lIns="36000" tIns="46800" rIns="36000">
            <a:spAutoFit/>
          </a:bodyPr>
          <a:lstStyle/>
          <a:p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Ch06.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langchain_openai</a:t>
            </a:r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LLM query w/prompt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7E225C-64D4-7EA9-F5FA-4F2847188AD4}"/>
              </a:ext>
            </a:extLst>
          </p:cNvPr>
          <p:cNvSpPr/>
          <p:nvPr/>
        </p:nvSpPr>
        <p:spPr>
          <a:xfrm>
            <a:off x="2780318" y="3331190"/>
            <a:ext cx="1727771" cy="2378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invoke()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1926F98-A643-A0D5-EACA-5B17E02789DD}"/>
              </a:ext>
            </a:extLst>
          </p:cNvPr>
          <p:cNvSpPr/>
          <p:nvPr/>
        </p:nvSpPr>
        <p:spPr>
          <a:xfrm>
            <a:off x="2770229" y="4351475"/>
            <a:ext cx="1727771" cy="2378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invoke()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16A3D0D-FA51-8AAE-A454-99858A884B7F}"/>
              </a:ext>
            </a:extLst>
          </p:cNvPr>
          <p:cNvSpPr/>
          <p:nvPr/>
        </p:nvSpPr>
        <p:spPr>
          <a:xfrm>
            <a:off x="412363" y="3254452"/>
            <a:ext cx="1927894" cy="3884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ChatOpenAI</a:t>
            </a:r>
            <a:endParaRPr kumimoji="1" lang="en-US" altLang="ko-Kore-KR" sz="1000" b="1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langchain_openai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CA8D6F2-6F2A-7B10-465A-BA529BCFD9D6}"/>
              </a:ext>
            </a:extLst>
          </p:cNvPr>
          <p:cNvSpPr/>
          <p:nvPr/>
        </p:nvSpPr>
        <p:spPr>
          <a:xfrm>
            <a:off x="607815" y="6163255"/>
            <a:ext cx="1927894" cy="3884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RunnableWithMessageHistory</a:t>
            </a:r>
            <a:endParaRPr kumimoji="1" lang="en-US" altLang="ko-Kore-KR" sz="1000" b="1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langchain_core.runnable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6EF7909-A733-3B97-FD80-FE6E011BE773}"/>
              </a:ext>
            </a:extLst>
          </p:cNvPr>
          <p:cNvSpPr/>
          <p:nvPr/>
        </p:nvSpPr>
        <p:spPr>
          <a:xfrm>
            <a:off x="625755" y="3738284"/>
            <a:ext cx="1727772" cy="3884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prompt template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langchain_core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9BFFC87-A4C2-2624-D891-0B49BD1F8317}"/>
              </a:ext>
            </a:extLst>
          </p:cNvPr>
          <p:cNvSpPr/>
          <p:nvPr/>
        </p:nvSpPr>
        <p:spPr>
          <a:xfrm>
            <a:off x="412363" y="4276156"/>
            <a:ext cx="1941164" cy="3884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ChatOpenAI</a:t>
            </a:r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</a:t>
            </a:r>
            <a:r>
              <a:rPr kumimoji="1"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prompt template</a:t>
            </a:r>
          </a:p>
          <a:p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8" name="꺾인 연결선[E] 57">
            <a:extLst>
              <a:ext uri="{FF2B5EF4-FFF2-40B4-BE49-F238E27FC236}">
                <a16:creationId xmlns:a16="http://schemas.microsoft.com/office/drawing/2014/main" id="{E92CB5B5-47DC-4080-0654-FDC07413E7F7}"/>
              </a:ext>
            </a:extLst>
          </p:cNvPr>
          <p:cNvCxnSpPr>
            <a:cxnSpLocks/>
            <a:stCxn id="55" idx="1"/>
          </p:cNvCxnSpPr>
          <p:nvPr/>
        </p:nvCxnSpPr>
        <p:spPr>
          <a:xfrm rot="10800000" flipV="1">
            <a:off x="532497" y="3932517"/>
            <a:ext cx="93259" cy="3618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[E] 60">
            <a:extLst>
              <a:ext uri="{FF2B5EF4-FFF2-40B4-BE49-F238E27FC236}">
                <a16:creationId xmlns:a16="http://schemas.microsoft.com/office/drawing/2014/main" id="{2D7E936C-0189-66D7-9A31-C6E6EA36D2BF}"/>
              </a:ext>
            </a:extLst>
          </p:cNvPr>
          <p:cNvCxnSpPr>
            <a:cxnSpLocks/>
          </p:cNvCxnSpPr>
          <p:nvPr/>
        </p:nvCxnSpPr>
        <p:spPr>
          <a:xfrm rot="5400000">
            <a:off x="110034" y="3978736"/>
            <a:ext cx="631199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4FBF703-F899-0C8B-57F2-8C5C641465D4}"/>
              </a:ext>
            </a:extLst>
          </p:cNvPr>
          <p:cNvSpPr txBox="1"/>
          <p:nvPr/>
        </p:nvSpPr>
        <p:spPr>
          <a:xfrm>
            <a:off x="344032" y="5196653"/>
            <a:ext cx="4295848" cy="262701"/>
          </a:xfrm>
          <a:prstGeom prst="rect">
            <a:avLst/>
          </a:prstGeom>
          <a:noFill/>
        </p:spPr>
        <p:txBody>
          <a:bodyPr wrap="square" lIns="36000" tIns="46800" rIns="36000">
            <a:spAutoFit/>
          </a:bodyPr>
          <a:lstStyle/>
          <a:p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Ch06.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langchain_core.runnable.history</a:t>
            </a:r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LLM query w/history</a:t>
            </a:r>
          </a:p>
        </p:txBody>
      </p:sp>
      <p:cxnSp>
        <p:nvCxnSpPr>
          <p:cNvPr id="65" name="꺾인 연결선[E] 64">
            <a:extLst>
              <a:ext uri="{FF2B5EF4-FFF2-40B4-BE49-F238E27FC236}">
                <a16:creationId xmlns:a16="http://schemas.microsoft.com/office/drawing/2014/main" id="{2D4851FE-4E75-521E-3224-E754ECC59F6B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>
            <a:off x="2340257" y="3448686"/>
            <a:ext cx="440061" cy="1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[E] 68">
            <a:extLst>
              <a:ext uri="{FF2B5EF4-FFF2-40B4-BE49-F238E27FC236}">
                <a16:creationId xmlns:a16="http://schemas.microsoft.com/office/drawing/2014/main" id="{BB422B3C-D860-25EE-F472-C826D97489FB}"/>
              </a:ext>
            </a:extLst>
          </p:cNvPr>
          <p:cNvCxnSpPr>
            <a:cxnSpLocks/>
            <a:stCxn id="56" idx="3"/>
            <a:endCxn id="42" idx="1"/>
          </p:cNvCxnSpPr>
          <p:nvPr/>
        </p:nvCxnSpPr>
        <p:spPr>
          <a:xfrm flipV="1">
            <a:off x="2353527" y="4470389"/>
            <a:ext cx="41670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211FA8A-2883-892A-BCE5-EB0F03ED1C1A}"/>
              </a:ext>
            </a:extLst>
          </p:cNvPr>
          <p:cNvSpPr/>
          <p:nvPr/>
        </p:nvSpPr>
        <p:spPr>
          <a:xfrm>
            <a:off x="407693" y="5466600"/>
            <a:ext cx="1941164" cy="3884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ChatOpenAI</a:t>
            </a:r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</a:t>
            </a:r>
            <a:r>
              <a:rPr kumimoji="1"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prompt template</a:t>
            </a:r>
          </a:p>
          <a:p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DFF062FB-E231-27DC-1A12-C6602E66C5C6}"/>
              </a:ext>
            </a:extLst>
          </p:cNvPr>
          <p:cNvCxnSpPr>
            <a:cxnSpLocks/>
            <a:endCxn id="54" idx="1"/>
          </p:cNvCxnSpPr>
          <p:nvPr/>
        </p:nvCxnSpPr>
        <p:spPr>
          <a:xfrm rot="16200000" flipH="1">
            <a:off x="273477" y="6023151"/>
            <a:ext cx="468554" cy="2001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양쪽 중괄호 45">
            <a:extLst>
              <a:ext uri="{FF2B5EF4-FFF2-40B4-BE49-F238E27FC236}">
                <a16:creationId xmlns:a16="http://schemas.microsoft.com/office/drawing/2014/main" id="{A694D2A1-E2E6-1BEE-366E-4D11AB7F2C1A}"/>
              </a:ext>
            </a:extLst>
          </p:cNvPr>
          <p:cNvSpPr/>
          <p:nvPr/>
        </p:nvSpPr>
        <p:spPr>
          <a:xfrm>
            <a:off x="1081148" y="5900086"/>
            <a:ext cx="1241170" cy="185112"/>
          </a:xfrm>
          <a:prstGeom prst="bracePair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ko-Kore-KR" sz="105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chatMsgHistory</a:t>
            </a:r>
            <a:endParaRPr kumimoji="1" lang="ko-Kore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80" name="꺾인 연결선[E] 79">
            <a:extLst>
              <a:ext uri="{FF2B5EF4-FFF2-40B4-BE49-F238E27FC236}">
                <a16:creationId xmlns:a16="http://schemas.microsoft.com/office/drawing/2014/main" id="{040EA7D7-8017-5793-F0D0-E9B37948ABB9}"/>
              </a:ext>
            </a:extLst>
          </p:cNvPr>
          <p:cNvCxnSpPr>
            <a:cxnSpLocks/>
            <a:stCxn id="46" idx="1"/>
          </p:cNvCxnSpPr>
          <p:nvPr/>
        </p:nvCxnSpPr>
        <p:spPr>
          <a:xfrm rot="10800000">
            <a:off x="607816" y="5888936"/>
            <a:ext cx="473333" cy="103707"/>
          </a:xfrm>
          <a:prstGeom prst="bentConnector3">
            <a:avLst>
              <a:gd name="adj1" fmla="val 982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DE1CDB3-729E-8E99-D10E-31F1B4A1B8A9}"/>
              </a:ext>
            </a:extLst>
          </p:cNvPr>
          <p:cNvSpPr/>
          <p:nvPr/>
        </p:nvSpPr>
        <p:spPr>
          <a:xfrm>
            <a:off x="2975771" y="6238575"/>
            <a:ext cx="1727771" cy="2378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invoke()</a:t>
            </a:r>
          </a:p>
        </p:txBody>
      </p:sp>
      <p:cxnSp>
        <p:nvCxnSpPr>
          <p:cNvPr id="86" name="꺾인 연결선[E] 85">
            <a:extLst>
              <a:ext uri="{FF2B5EF4-FFF2-40B4-BE49-F238E27FC236}">
                <a16:creationId xmlns:a16="http://schemas.microsoft.com/office/drawing/2014/main" id="{85633A57-8DA9-3E28-CF85-8980825139F8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2559069" y="6357489"/>
            <a:ext cx="41670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9E9DC06-4498-5786-D370-18F094EFF78F}"/>
              </a:ext>
            </a:extLst>
          </p:cNvPr>
          <p:cNvSpPr txBox="1"/>
          <p:nvPr/>
        </p:nvSpPr>
        <p:spPr>
          <a:xfrm>
            <a:off x="407694" y="7100890"/>
            <a:ext cx="4295848" cy="261610"/>
          </a:xfrm>
          <a:prstGeom prst="rect">
            <a:avLst/>
          </a:prstGeom>
          <a:noFill/>
        </p:spPr>
        <p:txBody>
          <a:bodyPr wrap="square" lIns="36000" tIns="46800" rIns="36000">
            <a:spAutoFit/>
          </a:bodyPr>
          <a:lstStyle/>
          <a:p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Ch06. similar search w/ 3rd-party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vectorDB</a:t>
            </a:r>
            <a:endParaRPr kumimoji="1" lang="en-US" altLang="ko-Kore-KR" sz="11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19145DC-FE07-F288-392D-4D9FDAD47C00}"/>
              </a:ext>
            </a:extLst>
          </p:cNvPr>
          <p:cNvSpPr/>
          <p:nvPr/>
        </p:nvSpPr>
        <p:spPr>
          <a:xfrm>
            <a:off x="474216" y="7723463"/>
            <a:ext cx="1727771" cy="221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PyPDFLoader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08CA164-6749-59E3-7065-772EF411B061}"/>
              </a:ext>
            </a:extLst>
          </p:cNvPr>
          <p:cNvSpPr/>
          <p:nvPr/>
        </p:nvSpPr>
        <p:spPr>
          <a:xfrm>
            <a:off x="671478" y="7420694"/>
            <a:ext cx="1530510" cy="19526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Some PDF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92" name="꺾인 연결선[E] 91">
            <a:extLst>
              <a:ext uri="{FF2B5EF4-FFF2-40B4-BE49-F238E27FC236}">
                <a16:creationId xmlns:a16="http://schemas.microsoft.com/office/drawing/2014/main" id="{1A9EC588-89D1-341E-AAD9-61D85DD469C3}"/>
              </a:ext>
            </a:extLst>
          </p:cNvPr>
          <p:cNvCxnSpPr>
            <a:cxnSpLocks/>
            <a:stCxn id="91" idx="1"/>
          </p:cNvCxnSpPr>
          <p:nvPr/>
        </p:nvCxnSpPr>
        <p:spPr>
          <a:xfrm rot="10800000" flipV="1">
            <a:off x="517198" y="7518323"/>
            <a:ext cx="154281" cy="1939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D2EDFA7-9F69-E876-A494-6B99E7DF2FF5}"/>
              </a:ext>
            </a:extLst>
          </p:cNvPr>
          <p:cNvSpPr/>
          <p:nvPr/>
        </p:nvSpPr>
        <p:spPr>
          <a:xfrm>
            <a:off x="765617" y="8047242"/>
            <a:ext cx="2337974" cy="3560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b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langchain.text_splitter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96" name="꺾인 연결선[E] 95">
            <a:extLst>
              <a:ext uri="{FF2B5EF4-FFF2-40B4-BE49-F238E27FC236}">
                <a16:creationId xmlns:a16="http://schemas.microsoft.com/office/drawing/2014/main" id="{75397743-B80F-4D6C-9F8D-A968FD2F2574}"/>
              </a:ext>
            </a:extLst>
          </p:cNvPr>
          <p:cNvCxnSpPr>
            <a:cxnSpLocks/>
            <a:endCxn id="95" idx="1"/>
          </p:cNvCxnSpPr>
          <p:nvPr/>
        </p:nvCxnSpPr>
        <p:spPr>
          <a:xfrm rot="16200000" flipH="1">
            <a:off x="543211" y="8002853"/>
            <a:ext cx="250611" cy="1942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28255F9-A43E-E4B4-6434-4FE8D645E7BA}"/>
              </a:ext>
            </a:extLst>
          </p:cNvPr>
          <p:cNvSpPr/>
          <p:nvPr/>
        </p:nvSpPr>
        <p:spPr>
          <a:xfrm>
            <a:off x="3903318" y="7512607"/>
            <a:ext cx="1913579" cy="38949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OpenAIEmbeddings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langchain_openai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A5FBE3B-9CC1-19D8-A1CA-C5B5163ECECC}"/>
              </a:ext>
            </a:extLst>
          </p:cNvPr>
          <p:cNvSpPr/>
          <p:nvPr/>
        </p:nvSpPr>
        <p:spPr>
          <a:xfrm>
            <a:off x="3695967" y="8002449"/>
            <a:ext cx="1913579" cy="38949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ChromaDB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w/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OpenAIEmbeddings,Chroma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A392DB72-AA61-C2AB-F460-43A399E9ECDF}"/>
              </a:ext>
            </a:extLst>
          </p:cNvPr>
          <p:cNvCxnSpPr>
            <a:cxnSpLocks/>
            <a:stCxn id="102" idx="1"/>
          </p:cNvCxnSpPr>
          <p:nvPr/>
        </p:nvCxnSpPr>
        <p:spPr>
          <a:xfrm rot="10800000" flipV="1">
            <a:off x="3761664" y="7707353"/>
            <a:ext cx="141654" cy="2950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283A8A1F-1918-9441-B134-B1CC377C4FA1}"/>
              </a:ext>
            </a:extLst>
          </p:cNvPr>
          <p:cNvSpPr/>
          <p:nvPr/>
        </p:nvSpPr>
        <p:spPr>
          <a:xfrm>
            <a:off x="3923843" y="8523673"/>
            <a:ext cx="1727771" cy="2378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add_documents</a:t>
            </a: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cxnSp>
        <p:nvCxnSpPr>
          <p:cNvPr id="110" name="꺾인 연결선[E] 109">
            <a:extLst>
              <a:ext uri="{FF2B5EF4-FFF2-40B4-BE49-F238E27FC236}">
                <a16:creationId xmlns:a16="http://schemas.microsoft.com/office/drawing/2014/main" id="{AF2CDFDD-20D4-A9D0-0C4D-47A7CE46DFC6}"/>
              </a:ext>
            </a:extLst>
          </p:cNvPr>
          <p:cNvCxnSpPr>
            <a:cxnSpLocks/>
          </p:cNvCxnSpPr>
          <p:nvPr/>
        </p:nvCxnSpPr>
        <p:spPr>
          <a:xfrm>
            <a:off x="3706055" y="8403279"/>
            <a:ext cx="197263" cy="119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[E] 112">
            <a:extLst>
              <a:ext uri="{FF2B5EF4-FFF2-40B4-BE49-F238E27FC236}">
                <a16:creationId xmlns:a16="http://schemas.microsoft.com/office/drawing/2014/main" id="{44F3C842-1404-764F-C353-6225A20CDEEE}"/>
              </a:ext>
            </a:extLst>
          </p:cNvPr>
          <p:cNvCxnSpPr>
            <a:cxnSpLocks/>
            <a:stCxn id="95" idx="2"/>
            <a:endCxn id="109" idx="1"/>
          </p:cNvCxnSpPr>
          <p:nvPr/>
        </p:nvCxnSpPr>
        <p:spPr>
          <a:xfrm rot="16200000" flipH="1">
            <a:off x="2809569" y="7528312"/>
            <a:ext cx="239309" cy="19892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7A54E53-0123-6802-345F-F78768494715}"/>
              </a:ext>
            </a:extLst>
          </p:cNvPr>
          <p:cNvSpPr/>
          <p:nvPr/>
        </p:nvSpPr>
        <p:spPr>
          <a:xfrm>
            <a:off x="3923843" y="8942875"/>
            <a:ext cx="1727771" cy="3677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Similar_search</a:t>
            </a: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()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w/string</a:t>
            </a:r>
          </a:p>
        </p:txBody>
      </p:sp>
    </p:spTree>
    <p:extLst>
      <p:ext uri="{BB962C8B-B14F-4D97-AF65-F5344CB8AC3E}">
        <p14:creationId xmlns:p14="http://schemas.microsoft.com/office/powerpoint/2010/main" val="224756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191</TotalTime>
  <Words>156</Words>
  <Application>Microsoft Macintosh PowerPoint</Application>
  <PresentationFormat>A4 용지(210x297mm)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D2Coding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Doogie</dc:creator>
  <cp:lastModifiedBy>Doogie</cp:lastModifiedBy>
  <cp:revision>4</cp:revision>
  <cp:lastPrinted>2025-12-01T07:28:45Z</cp:lastPrinted>
  <dcterms:created xsi:type="dcterms:W3CDTF">2025-12-01T04:16:03Z</dcterms:created>
  <dcterms:modified xsi:type="dcterms:W3CDTF">2025-12-01T07:42:15Z</dcterms:modified>
</cp:coreProperties>
</file>