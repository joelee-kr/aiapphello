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3"/>
    <p:restoredTop sz="94709"/>
  </p:normalViewPr>
  <p:slideViewPr>
    <p:cSldViewPr snapToGrid="0">
      <p:cViewPr>
        <p:scale>
          <a:sx n="122" d="100"/>
          <a:sy n="122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2913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02144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8166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4752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51717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96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7737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5950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6848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9439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120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4098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8BD75E1-47BF-867C-BC9A-57C550E81C4E}"/>
              </a:ext>
            </a:extLst>
          </p:cNvPr>
          <p:cNvSpPr/>
          <p:nvPr/>
        </p:nvSpPr>
        <p:spPr>
          <a:xfrm>
            <a:off x="446048" y="1014760"/>
            <a:ext cx="1727771" cy="4051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vector_store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양쪽 중괄호 4">
            <a:extLst>
              <a:ext uri="{FF2B5EF4-FFF2-40B4-BE49-F238E27FC236}">
                <a16:creationId xmlns:a16="http://schemas.microsoft.com/office/drawing/2014/main" id="{0FCBBE39-3F49-CB83-3D87-D3372B0A51A3}"/>
              </a:ext>
            </a:extLst>
          </p:cNvPr>
          <p:cNvSpPr/>
          <p:nvPr/>
        </p:nvSpPr>
        <p:spPr>
          <a:xfrm>
            <a:off x="636287" y="758279"/>
            <a:ext cx="802220" cy="144967"/>
          </a:xfrm>
          <a:prstGeom prst="bracePair">
            <a:avLst>
              <a:gd name="adj" fmla="val 17094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ko-Kore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pdf file</a:t>
            </a:r>
            <a:endParaRPr kumimoji="1" lang="ko-Kore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7" name="꺾인 연결선[E] 6">
            <a:extLst>
              <a:ext uri="{FF2B5EF4-FFF2-40B4-BE49-F238E27FC236}">
                <a16:creationId xmlns:a16="http://schemas.microsoft.com/office/drawing/2014/main" id="{DAC86615-5312-1F50-14B4-EA0B26DEEDA7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42584" y="830763"/>
            <a:ext cx="193703" cy="176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080758-435D-A5E8-B153-4DBE6498FECE}"/>
              </a:ext>
            </a:extLst>
          </p:cNvPr>
          <p:cNvSpPr/>
          <p:nvPr/>
        </p:nvSpPr>
        <p:spPr>
          <a:xfrm>
            <a:off x="446048" y="1787915"/>
            <a:ext cx="1727771" cy="4033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assistant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양쪽 중괄호 8">
            <a:extLst>
              <a:ext uri="{FF2B5EF4-FFF2-40B4-BE49-F238E27FC236}">
                <a16:creationId xmlns:a16="http://schemas.microsoft.com/office/drawing/2014/main" id="{A9A4790D-504F-7E8D-65A3-EE2A605962CA}"/>
              </a:ext>
            </a:extLst>
          </p:cNvPr>
          <p:cNvSpPr/>
          <p:nvPr/>
        </p:nvSpPr>
        <p:spPr>
          <a:xfrm>
            <a:off x="636287" y="1531434"/>
            <a:ext cx="1424288" cy="161692"/>
          </a:xfrm>
          <a:prstGeom prst="bracePair">
            <a:avLst>
              <a:gd name="adj" fmla="val 16188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ko-Kore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Instruction string</a:t>
            </a:r>
            <a:endParaRPr kumimoji="1" lang="ko-Kore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10" name="꺾인 연결선[E] 9">
            <a:extLst>
              <a:ext uri="{FF2B5EF4-FFF2-40B4-BE49-F238E27FC236}">
                <a16:creationId xmlns:a16="http://schemas.microsoft.com/office/drawing/2014/main" id="{AE67AC85-8246-770E-9F14-441B9FC384ED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42584" y="1612280"/>
            <a:ext cx="193703" cy="175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46209F-87DB-3884-BA08-3FC9B04439E8}"/>
              </a:ext>
            </a:extLst>
          </p:cNvPr>
          <p:cNvSpPr/>
          <p:nvPr/>
        </p:nvSpPr>
        <p:spPr>
          <a:xfrm>
            <a:off x="636287" y="2298080"/>
            <a:ext cx="1727771" cy="3913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thread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B8ADCA-5746-C378-CF33-D19BC6094E40}"/>
              </a:ext>
            </a:extLst>
          </p:cNvPr>
          <p:cNvSpPr/>
          <p:nvPr/>
        </p:nvSpPr>
        <p:spPr>
          <a:xfrm>
            <a:off x="823211" y="2824865"/>
            <a:ext cx="1727771" cy="3642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 &gt; msg#1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openai.thread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16" name="꺾인 연결선[E] 15">
            <a:extLst>
              <a:ext uri="{FF2B5EF4-FFF2-40B4-BE49-F238E27FC236}">
                <a16:creationId xmlns:a16="http://schemas.microsoft.com/office/drawing/2014/main" id="{78642CD2-0182-4CA9-96E6-A1CABEEC73BA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>
            <a:off x="632971" y="2679905"/>
            <a:ext cx="190240" cy="32709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805E86-7547-81E8-A5DE-AF3B0B0BD2E0}"/>
              </a:ext>
            </a:extLst>
          </p:cNvPr>
          <p:cNvSpPr/>
          <p:nvPr/>
        </p:nvSpPr>
        <p:spPr>
          <a:xfrm>
            <a:off x="2967723" y="2298079"/>
            <a:ext cx="1727771" cy="3913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openai.client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20" name="꺾인 연결선[E] 19">
            <a:extLst>
              <a:ext uri="{FF2B5EF4-FFF2-40B4-BE49-F238E27FC236}">
                <a16:creationId xmlns:a16="http://schemas.microsoft.com/office/drawing/2014/main" id="{18E6A24C-7EDF-5304-757A-78C235BE6ABC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 flipV="1">
            <a:off x="2364058" y="2493746"/>
            <a:ext cx="603665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9705DC8-F4A6-CAB6-FF4F-5202F267C979}"/>
              </a:ext>
            </a:extLst>
          </p:cNvPr>
          <p:cNvSpPr/>
          <p:nvPr/>
        </p:nvSpPr>
        <p:spPr>
          <a:xfrm>
            <a:off x="823211" y="3276492"/>
            <a:ext cx="1727771" cy="3642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Message &gt; msg#1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openai.thread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4D6367D8-855F-A891-F6EC-BB14FDE8FEA0}"/>
              </a:ext>
            </a:extLst>
          </p:cNvPr>
          <p:cNvCxnSpPr>
            <a:cxnSpLocks/>
            <a:endCxn id="24" idx="3"/>
          </p:cNvCxnSpPr>
          <p:nvPr/>
        </p:nvCxnSpPr>
        <p:spPr>
          <a:xfrm rot="5400000">
            <a:off x="2733886" y="2364223"/>
            <a:ext cx="911504" cy="12773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[E] 27">
            <a:extLst>
              <a:ext uri="{FF2B5EF4-FFF2-40B4-BE49-F238E27FC236}">
                <a16:creationId xmlns:a16="http://schemas.microsoft.com/office/drawing/2014/main" id="{5F2B1EFD-6AC4-7D77-55E4-E1DC67790BAC}"/>
              </a:ext>
            </a:extLst>
          </p:cNvPr>
          <p:cNvCxnSpPr>
            <a:cxnSpLocks/>
            <a:stCxn id="8" idx="3"/>
            <a:endCxn id="19" idx="0"/>
          </p:cNvCxnSpPr>
          <p:nvPr/>
        </p:nvCxnSpPr>
        <p:spPr>
          <a:xfrm>
            <a:off x="2173819" y="1989569"/>
            <a:ext cx="1657790" cy="3085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[E] 31">
            <a:extLst>
              <a:ext uri="{FF2B5EF4-FFF2-40B4-BE49-F238E27FC236}">
                <a16:creationId xmlns:a16="http://schemas.microsoft.com/office/drawing/2014/main" id="{23A4771C-8F30-9E1C-3FF6-590A1234D5E4}"/>
              </a:ext>
            </a:extLst>
          </p:cNvPr>
          <p:cNvCxnSpPr>
            <a:cxnSpLocks/>
            <a:stCxn id="4" idx="1"/>
            <a:endCxn id="8" idx="1"/>
          </p:cNvCxnSpPr>
          <p:nvPr/>
        </p:nvCxnSpPr>
        <p:spPr>
          <a:xfrm rot="10800000" flipV="1">
            <a:off x="446048" y="1217339"/>
            <a:ext cx="12700" cy="77222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2FC5B15-3250-2132-8C6C-5F8103594D81}"/>
              </a:ext>
            </a:extLst>
          </p:cNvPr>
          <p:cNvSpPr txBox="1"/>
          <p:nvPr/>
        </p:nvSpPr>
        <p:spPr>
          <a:xfrm>
            <a:off x="423827" y="392588"/>
            <a:ext cx="3429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ore-KR" sz="110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Ch11, assistants </a:t>
            </a:r>
            <a:r>
              <a:rPr kumimoji="1" lang="en-US" altLang="ko-Kore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API, general </a:t>
            </a:r>
            <a:r>
              <a:rPr kumimoji="1" lang="en-US" altLang="ko-Kore-KR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uage</a:t>
            </a:r>
            <a:endParaRPr kumimoji="1" lang="en-US" altLang="ko-Kore-KR" sz="11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52" name="꺾인 연결선[E] 51">
            <a:extLst>
              <a:ext uri="{FF2B5EF4-FFF2-40B4-BE49-F238E27FC236}">
                <a16:creationId xmlns:a16="http://schemas.microsoft.com/office/drawing/2014/main" id="{CF7E608A-4416-0C5C-9192-C1186829CBCC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>
            <a:off x="632971" y="2679904"/>
            <a:ext cx="190240" cy="77872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A80A1F5-BB99-C691-5434-331515C75F30}"/>
              </a:ext>
            </a:extLst>
          </p:cNvPr>
          <p:cNvSpPr txBox="1"/>
          <p:nvPr/>
        </p:nvSpPr>
        <p:spPr>
          <a:xfrm>
            <a:off x="1185768" y="835893"/>
            <a:ext cx="20724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ore-KR" sz="1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File_batch.upload_and_poll</a:t>
            </a:r>
            <a:r>
              <a:rPr kumimoji="1" lang="en-US" altLang="ko-Kore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endParaRPr lang="ko-Kore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247563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5831</TotalTime>
  <Words>55</Words>
  <Application>Microsoft Macintosh PowerPoint</Application>
  <PresentationFormat>A4 용지(210x297mm)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D2Coding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Doogie</dc:creator>
  <cp:lastModifiedBy>Doogie</cp:lastModifiedBy>
  <cp:revision>3</cp:revision>
  <dcterms:created xsi:type="dcterms:W3CDTF">2025-12-01T04:16:03Z</dcterms:created>
  <dcterms:modified xsi:type="dcterms:W3CDTF">2025-12-05T09:00:47Z</dcterms:modified>
</cp:coreProperties>
</file>