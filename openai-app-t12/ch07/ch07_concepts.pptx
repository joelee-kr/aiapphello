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63"/>
    <p:restoredTop sz="94709"/>
  </p:normalViewPr>
  <p:slideViewPr>
    <p:cSldViewPr snapToGrid="0">
      <p:cViewPr varScale="1">
        <p:scale>
          <a:sx n="96" d="100"/>
          <a:sy n="96" d="100"/>
        </p:scale>
        <p:origin x="5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2913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02144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81669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4752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51717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196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47737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59506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68482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9439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1204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96D8F-53D0-8240-B42D-102A0FFC3996}" type="datetimeFigureOut">
              <a:rPr kumimoji="1" lang="ko-Kore-KR" altLang="en-US" smtClean="0"/>
              <a:t>2025. 12. 1.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617D1-CB5D-B244-A9D7-1077E6747F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40988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272ACE-FF96-BAA3-579E-823CC95A92BD}"/>
              </a:ext>
            </a:extLst>
          </p:cNvPr>
          <p:cNvSpPr txBox="1"/>
          <p:nvPr/>
        </p:nvSpPr>
        <p:spPr>
          <a:xfrm>
            <a:off x="301676" y="262768"/>
            <a:ext cx="4295848" cy="261610"/>
          </a:xfrm>
          <a:prstGeom prst="rect">
            <a:avLst/>
          </a:prstGeom>
          <a:noFill/>
        </p:spPr>
        <p:txBody>
          <a:bodyPr wrap="square" lIns="36000" tIns="46800" rIns="36000">
            <a:spAutoFit/>
          </a:bodyPr>
          <a:lstStyle/>
          <a:p>
            <a:r>
              <a:rPr kumimoji="1" lang="en-US" altLang="ko-Kore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Ch07. </a:t>
            </a:r>
            <a:r>
              <a:rPr kumimoji="1" lang="en-US" altLang="ko-Kore-KR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langchain.chains</a:t>
            </a:r>
            <a:r>
              <a:rPr kumimoji="1" lang="en-US" altLang="ko-Kore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ore-KR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retrievalQA</a:t>
            </a:r>
            <a:r>
              <a:rPr kumimoji="1" lang="en-US" altLang="ko-Kore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w/ 3rd-party </a:t>
            </a:r>
            <a:r>
              <a:rPr kumimoji="1" lang="en-US" altLang="ko-Kore-KR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vectorDB</a:t>
            </a:r>
            <a:endParaRPr kumimoji="1" lang="en-US" altLang="ko-Kore-KR" sz="11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BC8E5C-3AF9-F087-1CBF-243F6B84B94F}"/>
              </a:ext>
            </a:extLst>
          </p:cNvPr>
          <p:cNvSpPr/>
          <p:nvPr/>
        </p:nvSpPr>
        <p:spPr>
          <a:xfrm>
            <a:off x="368198" y="885341"/>
            <a:ext cx="1727771" cy="2210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PyPDFLoader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34A126-B9A6-BD4E-19D3-CAFDF82CAECF}"/>
              </a:ext>
            </a:extLst>
          </p:cNvPr>
          <p:cNvSpPr/>
          <p:nvPr/>
        </p:nvSpPr>
        <p:spPr>
          <a:xfrm>
            <a:off x="565460" y="582572"/>
            <a:ext cx="1530510" cy="195260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Some PDF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5" name="꺾인 연결선[E] 4">
            <a:extLst>
              <a:ext uri="{FF2B5EF4-FFF2-40B4-BE49-F238E27FC236}">
                <a16:creationId xmlns:a16="http://schemas.microsoft.com/office/drawing/2014/main" id="{BDE80785-1CD9-8FB8-5FF8-F0F026BD2DAF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411180" y="680201"/>
            <a:ext cx="154281" cy="1939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9BE055-AB53-6792-4F19-ABAA6A674C1C}"/>
              </a:ext>
            </a:extLst>
          </p:cNvPr>
          <p:cNvSpPr/>
          <p:nvPr/>
        </p:nvSpPr>
        <p:spPr>
          <a:xfrm>
            <a:off x="659599" y="1209120"/>
            <a:ext cx="2337974" cy="3560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RecursiveCharacterTextSplitter</a:t>
            </a:r>
            <a:b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langchain.text_splitter</a:t>
            </a:r>
            <a:endParaRPr kumimoji="1" lang="en-US" altLang="ko-Kore-KR" sz="10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7" name="꺾인 연결선[E] 6">
            <a:extLst>
              <a:ext uri="{FF2B5EF4-FFF2-40B4-BE49-F238E27FC236}">
                <a16:creationId xmlns:a16="http://schemas.microsoft.com/office/drawing/2014/main" id="{B08A86D6-37D7-E70F-E46B-35D05B027814}"/>
              </a:ext>
            </a:extLst>
          </p:cNvPr>
          <p:cNvCxnSpPr>
            <a:cxnSpLocks/>
            <a:endCxn id="6" idx="1"/>
          </p:cNvCxnSpPr>
          <p:nvPr/>
        </p:nvCxnSpPr>
        <p:spPr>
          <a:xfrm rot="16200000" flipH="1">
            <a:off x="437193" y="1164731"/>
            <a:ext cx="250611" cy="1942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3D61E4-226F-26D7-8ED8-9BB9E4DA7DEC}"/>
              </a:ext>
            </a:extLst>
          </p:cNvPr>
          <p:cNvSpPr/>
          <p:nvPr/>
        </p:nvSpPr>
        <p:spPr>
          <a:xfrm>
            <a:off x="3797300" y="674485"/>
            <a:ext cx="1913579" cy="389491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OpenAIEmbeddings</a:t>
            </a:r>
            <a:endParaRPr kumimoji="1" lang="en-US" altLang="ko-Kore-KR" sz="10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langchain_openai</a:t>
            </a:r>
            <a:endParaRPr kumimoji="1" lang="en-US" altLang="ko-Kore-KR" sz="10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C1B3C6-4CF6-8DC2-7E58-40FFC02861E7}"/>
              </a:ext>
            </a:extLst>
          </p:cNvPr>
          <p:cNvSpPr/>
          <p:nvPr/>
        </p:nvSpPr>
        <p:spPr>
          <a:xfrm>
            <a:off x="3589949" y="1164327"/>
            <a:ext cx="1913579" cy="389491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ChromaDB</a:t>
            </a:r>
            <a:endParaRPr kumimoji="1" lang="en-US" altLang="ko-Kore-KR" sz="10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w/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OpenAIEmbeddings,Chroma</a:t>
            </a:r>
            <a:endParaRPr kumimoji="1" lang="en-US" altLang="ko-Kore-KR" sz="10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10" name="꺾인 연결선[E] 9">
            <a:extLst>
              <a:ext uri="{FF2B5EF4-FFF2-40B4-BE49-F238E27FC236}">
                <a16:creationId xmlns:a16="http://schemas.microsoft.com/office/drawing/2014/main" id="{9426D127-E7E3-7666-D3BE-0EF479838AE2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 flipV="1">
            <a:off x="3655646" y="869231"/>
            <a:ext cx="141654" cy="2950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C21201-99E5-4142-5D71-33859865386B}"/>
              </a:ext>
            </a:extLst>
          </p:cNvPr>
          <p:cNvSpPr/>
          <p:nvPr/>
        </p:nvSpPr>
        <p:spPr>
          <a:xfrm>
            <a:off x="3817825" y="1685551"/>
            <a:ext cx="1727771" cy="2378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add_documents</a:t>
            </a:r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</p:txBody>
      </p:sp>
      <p:cxnSp>
        <p:nvCxnSpPr>
          <p:cNvPr id="12" name="꺾인 연결선[E] 109">
            <a:extLst>
              <a:ext uri="{FF2B5EF4-FFF2-40B4-BE49-F238E27FC236}">
                <a16:creationId xmlns:a16="http://schemas.microsoft.com/office/drawing/2014/main" id="{A1C8D280-6DBE-30EA-447A-18B55868E4A4}"/>
              </a:ext>
            </a:extLst>
          </p:cNvPr>
          <p:cNvCxnSpPr>
            <a:cxnSpLocks/>
          </p:cNvCxnSpPr>
          <p:nvPr/>
        </p:nvCxnSpPr>
        <p:spPr>
          <a:xfrm>
            <a:off x="3600037" y="1565157"/>
            <a:ext cx="197263" cy="119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[E] 12">
            <a:extLst>
              <a:ext uri="{FF2B5EF4-FFF2-40B4-BE49-F238E27FC236}">
                <a16:creationId xmlns:a16="http://schemas.microsoft.com/office/drawing/2014/main" id="{7EBFC6F1-0F2C-778A-9E33-3DEE3587175A}"/>
              </a:ext>
            </a:extLst>
          </p:cNvPr>
          <p:cNvCxnSpPr>
            <a:cxnSpLocks/>
            <a:stCxn id="6" idx="2"/>
            <a:endCxn id="11" idx="1"/>
          </p:cNvCxnSpPr>
          <p:nvPr/>
        </p:nvCxnSpPr>
        <p:spPr>
          <a:xfrm rot="16200000" flipH="1">
            <a:off x="2703551" y="690190"/>
            <a:ext cx="239309" cy="19892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BDF067-CF1F-7F20-DD54-29B66C12EB86}"/>
              </a:ext>
            </a:extLst>
          </p:cNvPr>
          <p:cNvSpPr/>
          <p:nvPr/>
        </p:nvSpPr>
        <p:spPr>
          <a:xfrm>
            <a:off x="3817825" y="2104753"/>
            <a:ext cx="2402222" cy="3677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as_retriever</a:t>
            </a:r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w/RAG docs, 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search_kwargs</a:t>
            </a:r>
            <a:endParaRPr kumimoji="1" lang="en-US" altLang="ko-Kore-KR" sz="1000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A5CD940-6D94-99E7-F95E-570AEDF6DC50}"/>
              </a:ext>
            </a:extLst>
          </p:cNvPr>
          <p:cNvSpPr/>
          <p:nvPr/>
        </p:nvSpPr>
        <p:spPr>
          <a:xfrm>
            <a:off x="3983108" y="2594595"/>
            <a:ext cx="1727771" cy="2378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invoke()</a:t>
            </a:r>
          </a:p>
        </p:txBody>
      </p:sp>
      <p:cxnSp>
        <p:nvCxnSpPr>
          <p:cNvPr id="16" name="꺾인 연결선[E] 109">
            <a:extLst>
              <a:ext uri="{FF2B5EF4-FFF2-40B4-BE49-F238E27FC236}">
                <a16:creationId xmlns:a16="http://schemas.microsoft.com/office/drawing/2014/main" id="{F30181E7-9665-C10F-D4F1-0249C588FDFF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817825" y="2472495"/>
            <a:ext cx="165283" cy="241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03D7481-D2B9-C130-E8B2-8076377CDF76}"/>
              </a:ext>
            </a:extLst>
          </p:cNvPr>
          <p:cNvSpPr/>
          <p:nvPr/>
        </p:nvSpPr>
        <p:spPr>
          <a:xfrm>
            <a:off x="2933414" y="3568118"/>
            <a:ext cx="1727771" cy="3677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invoke()</a:t>
            </a: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w/question string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2F7918A-4EBF-EC92-87F3-E29920727039}"/>
              </a:ext>
            </a:extLst>
          </p:cNvPr>
          <p:cNvSpPr/>
          <p:nvPr/>
        </p:nvSpPr>
        <p:spPr>
          <a:xfrm>
            <a:off x="368198" y="2459635"/>
            <a:ext cx="1927894" cy="3884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ChatOpenAI</a:t>
            </a:r>
            <a:endParaRPr kumimoji="1" lang="en-US" altLang="ko-Kore-KR" sz="1000" b="1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langchain_openai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3AF9EC3-3E9F-1E6B-7749-1110BAF40223}"/>
              </a:ext>
            </a:extLst>
          </p:cNvPr>
          <p:cNvSpPr/>
          <p:nvPr/>
        </p:nvSpPr>
        <p:spPr>
          <a:xfrm>
            <a:off x="581590" y="2943467"/>
            <a:ext cx="1727772" cy="3884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prompt template</a:t>
            </a: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langchain_core</a:t>
            </a:r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7874D89-7673-1E3D-46DB-3063922D6401}"/>
              </a:ext>
            </a:extLst>
          </p:cNvPr>
          <p:cNvSpPr/>
          <p:nvPr/>
        </p:nvSpPr>
        <p:spPr>
          <a:xfrm>
            <a:off x="368198" y="3481340"/>
            <a:ext cx="2066658" cy="7152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kumimoji="1" lang="en-US" altLang="ko-Kore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RetrievalQA</a:t>
            </a:r>
            <a:r>
              <a:rPr kumimoji="1" lang="en-US" altLang="ko-Kore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</a:t>
            </a:r>
            <a:r>
              <a:rPr kumimoji="1"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prompt template</a:t>
            </a:r>
          </a:p>
          <a:p>
            <a:r>
              <a:rPr kumimoji="1" lang="en-US" altLang="ko-Kore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</a:t>
            </a:r>
            <a:r>
              <a:rPr kumimoji="1" lang="en-US" altLang="ko-Kore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langchain.chains</a:t>
            </a:r>
            <a:endParaRPr kumimoji="1" lang="en-US" altLang="ko-Kore-KR" sz="1000" b="1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ore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kumimoji="1"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kumimoji="1"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kumimoji="1"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prompt, retriever </a:t>
            </a:r>
          </a:p>
          <a:p>
            <a:r>
              <a:rPr kumimoji="1" lang="en-US" altLang="ko-Kore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w/RAG docs, </a:t>
            </a:r>
            <a:r>
              <a:rPr kumimoji="1" lang="en-US" altLang="ko-Kore-KR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search_kwargs</a:t>
            </a:r>
            <a:endParaRPr kumimoji="1"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kumimoji="1" lang="ko-Kore-KR" altLang="en-US" dirty="0">
              <a:solidFill>
                <a:schemeClr val="tx1">
                  <a:lumMod val="75000"/>
                  <a:lumOff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26" name="꺾인 연결선[E] 25">
            <a:extLst>
              <a:ext uri="{FF2B5EF4-FFF2-40B4-BE49-F238E27FC236}">
                <a16:creationId xmlns:a16="http://schemas.microsoft.com/office/drawing/2014/main" id="{6ED01636-2862-BBBB-9A22-8E2C3389AA44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 flipV="1">
            <a:off x="488332" y="3137700"/>
            <a:ext cx="93259" cy="3618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[E] 26">
            <a:extLst>
              <a:ext uri="{FF2B5EF4-FFF2-40B4-BE49-F238E27FC236}">
                <a16:creationId xmlns:a16="http://schemas.microsoft.com/office/drawing/2014/main" id="{D9C449FD-02D3-CE7F-DDC6-C86737BD19B1}"/>
              </a:ext>
            </a:extLst>
          </p:cNvPr>
          <p:cNvCxnSpPr>
            <a:cxnSpLocks/>
          </p:cNvCxnSpPr>
          <p:nvPr/>
        </p:nvCxnSpPr>
        <p:spPr>
          <a:xfrm rot="5400000">
            <a:off x="65869" y="3183919"/>
            <a:ext cx="631199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[E] 28">
            <a:extLst>
              <a:ext uri="{FF2B5EF4-FFF2-40B4-BE49-F238E27FC236}">
                <a16:creationId xmlns:a16="http://schemas.microsoft.com/office/drawing/2014/main" id="{DCF2064A-EA56-1EEC-DCC5-C1AA21EC9023}"/>
              </a:ext>
            </a:extLst>
          </p:cNvPr>
          <p:cNvCxnSpPr>
            <a:cxnSpLocks/>
            <a:stCxn id="25" idx="3"/>
            <a:endCxn id="22" idx="1"/>
          </p:cNvCxnSpPr>
          <p:nvPr/>
        </p:nvCxnSpPr>
        <p:spPr>
          <a:xfrm flipV="1">
            <a:off x="2434856" y="3751989"/>
            <a:ext cx="498558" cy="869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[E] 32">
            <a:extLst>
              <a:ext uri="{FF2B5EF4-FFF2-40B4-BE49-F238E27FC236}">
                <a16:creationId xmlns:a16="http://schemas.microsoft.com/office/drawing/2014/main" id="{AECF033B-BA0B-17F7-5CDE-41E35803048E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329887" y="1359073"/>
            <a:ext cx="1260062" cy="2122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112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52</TotalTime>
  <Words>91</Words>
  <Application>Microsoft Macintosh PowerPoint</Application>
  <PresentationFormat>A4 용지(210x297mm)</PresentationFormat>
  <Paragraphs>22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D2Coding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Doogie</dc:creator>
  <cp:lastModifiedBy>Doogie</cp:lastModifiedBy>
  <cp:revision>2</cp:revision>
  <dcterms:created xsi:type="dcterms:W3CDTF">2025-12-01T04:16:03Z</dcterms:created>
  <dcterms:modified xsi:type="dcterms:W3CDTF">2025-12-01T08:06:27Z</dcterms:modified>
</cp:coreProperties>
</file>